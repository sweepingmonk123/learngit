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ED7D31"/>
    <a:srgbClr val="3857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230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24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45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41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21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80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0488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244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16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384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80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92BB8D-23FA-4D35-A072-4D316A69AD53}" type="datetimeFigureOut">
              <a:rPr lang="zh-CN" altLang="en-US" smtClean="0"/>
              <a:t>2018/7/5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88ED4-82C9-4B43-B39B-46CEEC7AAB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2631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28277" y="1771284"/>
            <a:ext cx="1080000" cy="28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V1.6.0</a:t>
            </a:r>
            <a:endParaRPr lang="zh-CN" altLang="en-US" sz="1600" dirty="0"/>
          </a:p>
        </p:txBody>
      </p:sp>
      <p:sp>
        <p:nvSpPr>
          <p:cNvPr id="7" name="矩形 6"/>
          <p:cNvSpPr/>
          <p:nvPr/>
        </p:nvSpPr>
        <p:spPr>
          <a:xfrm>
            <a:off x="828277" y="1358534"/>
            <a:ext cx="1080000" cy="288000"/>
          </a:xfrm>
          <a:prstGeom prst="rect">
            <a:avLst/>
          </a:prstGeom>
          <a:solidFill>
            <a:srgbClr val="385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V1.2.0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828277" y="1008159"/>
            <a:ext cx="1080000" cy="28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V1.1.0</a:t>
            </a:r>
            <a:endParaRPr lang="zh-CN" altLang="en-US" sz="1600" dirty="0"/>
          </a:p>
        </p:txBody>
      </p:sp>
      <p:sp>
        <p:nvSpPr>
          <p:cNvPr id="9" name="矩形 8"/>
          <p:cNvSpPr/>
          <p:nvPr/>
        </p:nvSpPr>
        <p:spPr>
          <a:xfrm>
            <a:off x="828277" y="595409"/>
            <a:ext cx="1080000" cy="288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V1.0.0</a:t>
            </a:r>
            <a:endParaRPr lang="zh-CN" altLang="en-US" sz="1600" dirty="0"/>
          </a:p>
        </p:txBody>
      </p:sp>
      <p:sp>
        <p:nvSpPr>
          <p:cNvPr id="10" name="矩形 9"/>
          <p:cNvSpPr/>
          <p:nvPr/>
        </p:nvSpPr>
        <p:spPr>
          <a:xfrm>
            <a:off x="828277" y="2184034"/>
            <a:ext cx="1080000" cy="28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V2.0.0</a:t>
            </a:r>
            <a:endParaRPr lang="zh-CN" altLang="en-US" sz="1600" dirty="0"/>
          </a:p>
        </p:txBody>
      </p:sp>
      <p:sp>
        <p:nvSpPr>
          <p:cNvPr id="11" name="矩形 10"/>
          <p:cNvSpPr/>
          <p:nvPr/>
        </p:nvSpPr>
        <p:spPr>
          <a:xfrm>
            <a:off x="828277" y="2793634"/>
            <a:ext cx="1080000" cy="28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smtClean="0"/>
              <a:t>V2.3.0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253097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6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Lee Zhang</dc:creator>
  <cp:lastModifiedBy>Zhang Lee</cp:lastModifiedBy>
  <cp:revision>9</cp:revision>
  <dcterms:created xsi:type="dcterms:W3CDTF">2017-08-10T03:44:23Z</dcterms:created>
  <dcterms:modified xsi:type="dcterms:W3CDTF">2018-07-05T10:46:05Z</dcterms:modified>
</cp:coreProperties>
</file>