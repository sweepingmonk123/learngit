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B3838"/>
    <a:srgbClr val="F37925"/>
    <a:srgbClr val="66A2DB"/>
    <a:srgbClr val="9DC3E6"/>
    <a:srgbClr val="7F7F7F"/>
    <a:srgbClr val="44546A"/>
    <a:srgbClr val="2E75B6"/>
    <a:srgbClr val="6C084B"/>
    <a:srgbClr val="A5A5A5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988" autoAdjust="0"/>
  </p:normalViewPr>
  <p:slideViewPr>
    <p:cSldViewPr snapToGrid="0">
      <p:cViewPr varScale="1">
        <p:scale>
          <a:sx n="109" d="100"/>
          <a:sy n="109" d="100"/>
        </p:scale>
        <p:origin x="1884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4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4E1FE-0F9F-463E-BA07-39DA9B34E071}" type="datetimeFigureOut">
              <a:rPr lang="zh-CN" altLang="en-US" smtClean="0"/>
              <a:t>2018/6/30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22BE2-09D8-4D38-B65A-E24631488F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2638425" y="0"/>
            <a:ext cx="2562790" cy="371476"/>
            <a:chOff x="3810000" y="988456"/>
            <a:chExt cx="2562790" cy="371476"/>
          </a:xfrm>
        </p:grpSpPr>
        <p:sp>
          <p:nvSpPr>
            <p:cNvPr id="3" name="矩形 2"/>
            <p:cNvSpPr/>
            <p:nvPr/>
          </p:nvSpPr>
          <p:spPr>
            <a:xfrm>
              <a:off x="4663053" y="988457"/>
              <a:ext cx="571500" cy="37147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10000" y="103569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/>
                <a:t>文字颜色：</a:t>
              </a:r>
              <a:endParaRPr lang="zh-CN" altLang="en-US" sz="12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234553" y="988456"/>
              <a:ext cx="571500" cy="37147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801290" y="988456"/>
              <a:ext cx="571500" cy="3714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 userDrawn="1"/>
        </p:nvSpPr>
        <p:spPr>
          <a:xfrm>
            <a:off x="-1261884" y="418712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字体：微软雅黑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350939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2638425" y="0"/>
            <a:ext cx="2562790" cy="371476"/>
            <a:chOff x="3810000" y="988456"/>
            <a:chExt cx="2562790" cy="371476"/>
          </a:xfrm>
        </p:grpSpPr>
        <p:sp>
          <p:nvSpPr>
            <p:cNvPr id="3" name="矩形 2"/>
            <p:cNvSpPr/>
            <p:nvPr/>
          </p:nvSpPr>
          <p:spPr>
            <a:xfrm>
              <a:off x="4663053" y="988457"/>
              <a:ext cx="571500" cy="37147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10000" y="103569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/>
                <a:t>文字颜色：</a:t>
              </a:r>
              <a:endParaRPr lang="zh-CN" altLang="en-US" sz="12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234553" y="988456"/>
              <a:ext cx="571500" cy="37147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801290" y="988456"/>
              <a:ext cx="571500" cy="3714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 userDrawn="1"/>
        </p:nvSpPr>
        <p:spPr>
          <a:xfrm>
            <a:off x="-1261884" y="418712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字体：微软雅黑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39885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>
            <a:spLocks/>
          </p:cNvSpPr>
          <p:nvPr userDrawn="1"/>
        </p:nvSpPr>
        <p:spPr>
          <a:xfrm>
            <a:off x="4735351" y="404874"/>
            <a:ext cx="3860800" cy="365124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67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 txBox="1">
            <a:spLocks/>
          </p:cNvSpPr>
          <p:nvPr userDrawn="1"/>
        </p:nvSpPr>
        <p:spPr>
          <a:xfrm>
            <a:off x="4508576" y="707287"/>
            <a:ext cx="3860800" cy="365124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675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2638425" y="0"/>
            <a:ext cx="2562790" cy="371476"/>
            <a:chOff x="3810000" y="988456"/>
            <a:chExt cx="2562790" cy="371476"/>
          </a:xfrm>
        </p:grpSpPr>
        <p:sp>
          <p:nvSpPr>
            <p:cNvPr id="7" name="矩形 6"/>
            <p:cNvSpPr/>
            <p:nvPr/>
          </p:nvSpPr>
          <p:spPr>
            <a:xfrm>
              <a:off x="4663053" y="988457"/>
              <a:ext cx="571500" cy="37147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810000" y="103569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/>
                <a:t>文字颜色：</a:t>
              </a:r>
              <a:endParaRPr lang="zh-CN" altLang="en-US" sz="12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5234553" y="988456"/>
              <a:ext cx="571500" cy="37147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801290" y="988456"/>
              <a:ext cx="571500" cy="3714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框 10"/>
          <p:cNvSpPr txBox="1"/>
          <p:nvPr userDrawn="1"/>
        </p:nvSpPr>
        <p:spPr>
          <a:xfrm>
            <a:off x="-1261884" y="418712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字体：微软雅黑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109230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2638425" y="0"/>
            <a:ext cx="2562790" cy="371476"/>
            <a:chOff x="3810000" y="988456"/>
            <a:chExt cx="2562790" cy="371476"/>
          </a:xfrm>
        </p:grpSpPr>
        <p:sp>
          <p:nvSpPr>
            <p:cNvPr id="3" name="矩形 2"/>
            <p:cNvSpPr/>
            <p:nvPr/>
          </p:nvSpPr>
          <p:spPr>
            <a:xfrm>
              <a:off x="4663053" y="988457"/>
              <a:ext cx="571500" cy="37147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10000" y="103569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/>
                <a:t>文字颜色：</a:t>
              </a:r>
              <a:endParaRPr lang="zh-CN" altLang="en-US" sz="12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234553" y="988456"/>
              <a:ext cx="571500" cy="37147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801290" y="988456"/>
              <a:ext cx="571500" cy="3714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 userDrawn="1"/>
        </p:nvSpPr>
        <p:spPr>
          <a:xfrm>
            <a:off x="-1261884" y="418712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字体：微软雅黑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1763586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-2638425" y="0"/>
            <a:ext cx="2562790" cy="371476"/>
            <a:chOff x="3810000" y="988456"/>
            <a:chExt cx="2562790" cy="371476"/>
          </a:xfrm>
        </p:grpSpPr>
        <p:sp>
          <p:nvSpPr>
            <p:cNvPr id="3" name="矩形 2"/>
            <p:cNvSpPr/>
            <p:nvPr/>
          </p:nvSpPr>
          <p:spPr>
            <a:xfrm>
              <a:off x="4663053" y="988457"/>
              <a:ext cx="571500" cy="37147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10000" y="1035693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/>
                <a:t>文字颜色：</a:t>
              </a:r>
              <a:endParaRPr lang="zh-CN" altLang="en-US" sz="12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234553" y="988456"/>
              <a:ext cx="571500" cy="371475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801290" y="988456"/>
              <a:ext cx="571500" cy="37147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zh-CN" altLang="en-US" sz="1400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7" name="文本框 6"/>
          <p:cNvSpPr txBox="1"/>
          <p:nvPr userDrawn="1"/>
        </p:nvSpPr>
        <p:spPr>
          <a:xfrm>
            <a:off x="-1261884" y="418712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字体：微软雅黑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32998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A4E582F-986F-DD40-BC48-A42ACFEF182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" y="-220761"/>
            <a:ext cx="12206288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2" descr="logo-09.png">
            <a:extLst>
              <a:ext uri="{FF2B5EF4-FFF2-40B4-BE49-F238E27FC236}">
                <a16:creationId xmlns:a16="http://schemas.microsoft.com/office/drawing/2014/main" id="{F2FAFC15-D4CB-9E48-A576-C0E1EA091D4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2696" y="25400"/>
            <a:ext cx="1770063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34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68" r:id="rId3"/>
    <p:sldLayoutId id="2147483669" r:id="rId4"/>
    <p:sldLayoutId id="214748368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455112" y="1318730"/>
            <a:ext cx="8100477" cy="4731514"/>
            <a:chOff x="873123" y="948616"/>
            <a:chExt cx="8100477" cy="4731514"/>
          </a:xfrm>
        </p:grpSpPr>
        <p:grpSp>
          <p:nvGrpSpPr>
            <p:cNvPr id="17" name="组合 16"/>
            <p:cNvGrpSpPr/>
            <p:nvPr/>
          </p:nvGrpSpPr>
          <p:grpSpPr>
            <a:xfrm>
              <a:off x="873124" y="1698064"/>
              <a:ext cx="6072663" cy="635491"/>
              <a:chOff x="873124" y="1936098"/>
              <a:chExt cx="6072663" cy="635491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873124" y="1936098"/>
                <a:ext cx="6072663" cy="63549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</a:t>
                </a:r>
                <a:r>
                  <a:rPr lang="zh-CN" altLang="en-US" sz="16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引擎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2344687" y="1971111"/>
                <a:ext cx="4374160" cy="53467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API</a:t>
                </a:r>
                <a:endPara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5273249" y="2403398"/>
              <a:ext cx="1672538" cy="1769365"/>
              <a:chOff x="5273249" y="2723672"/>
              <a:chExt cx="1672538" cy="1769365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5273249" y="2723672"/>
                <a:ext cx="1672538" cy="176936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zh-CN" altLang="en-US" sz="16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数据治理套件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586662" y="3131714"/>
                <a:ext cx="1132186" cy="366978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数据质量</a:t>
                </a: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3508104" y="2391751"/>
              <a:ext cx="1672407" cy="1769365"/>
              <a:chOff x="3818985" y="2712025"/>
              <a:chExt cx="1403307" cy="176936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3818985" y="2712025"/>
                <a:ext cx="1403307" cy="176936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zh-CN" altLang="en-US" sz="16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数据仓库</a:t>
                </a: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963883" y="3120067"/>
                <a:ext cx="1175091" cy="36697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应用层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ADS</a:t>
                </a:r>
                <a:endPara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962328" y="3557725"/>
                <a:ext cx="1176644" cy="36697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公共层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CDW</a:t>
                </a:r>
                <a:endPara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3969520" y="3985592"/>
                <a:ext cx="1169452" cy="366978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明细层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ODS</a:t>
                </a:r>
                <a:endPara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73123" y="4237543"/>
              <a:ext cx="6072664" cy="749716"/>
              <a:chOff x="873123" y="4592610"/>
              <a:chExt cx="6072664" cy="749716"/>
            </a:xfrm>
          </p:grpSpPr>
          <p:sp>
            <p:nvSpPr>
              <p:cNvPr id="26" name="矩形 25"/>
              <p:cNvSpPr/>
              <p:nvPr/>
            </p:nvSpPr>
            <p:spPr>
              <a:xfrm>
                <a:off x="873123" y="4592610"/>
                <a:ext cx="6072664" cy="74971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数据计算引擎</a:t>
                </a: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2303022" y="4783108"/>
                <a:ext cx="1252739" cy="42485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Spark/Flink</a:t>
                </a:r>
                <a:endPara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3639932" y="4783108"/>
                <a:ext cx="1101456" cy="42485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Cloudera</a:t>
                </a:r>
                <a:endParaRPr lang="zh-CN" altLang="en-US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5830938" y="4777097"/>
                <a:ext cx="841837" cy="424856"/>
              </a:xfrm>
              <a:prstGeom prst="rect">
                <a:avLst/>
              </a:pr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CN" alt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4850947" y="4777097"/>
                <a:ext cx="870432" cy="42485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星环</a:t>
                </a: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7066285" y="1698064"/>
              <a:ext cx="1907315" cy="3289195"/>
              <a:chOff x="6921457" y="1828801"/>
              <a:chExt cx="1907315" cy="3289195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6921457" y="1828801"/>
                <a:ext cx="1907315" cy="328919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zh-CN" altLang="en-US" sz="16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基础服务</a:t>
                </a: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7129506" y="3297508"/>
                <a:ext cx="1529515" cy="52721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多租户隔离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7129506" y="4270893"/>
                <a:ext cx="1529515" cy="52721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多集群管理</a:t>
                </a: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7129504" y="2364849"/>
                <a:ext cx="1529517" cy="52721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集群运维</a:t>
                </a:r>
                <a:r>
                  <a:rPr lang="en-US" altLang="zh-CN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&amp;</a:t>
                </a:r>
                <a:r>
                  <a:rPr lang="zh-CN" altLang="en-US" sz="1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监控</a:t>
                </a: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873123" y="948616"/>
              <a:ext cx="8100477" cy="536049"/>
              <a:chOff x="873123" y="1123071"/>
              <a:chExt cx="8100477" cy="536049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873123" y="1123071"/>
                <a:ext cx="8100477" cy="536049"/>
              </a:xfrm>
              <a:prstGeom prst="rect">
                <a:avLst/>
              </a:prstGeom>
              <a:pattFill prst="dkUpDiag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dirty="0" smtClean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数据应用</a:t>
                </a:r>
                <a:endParaRPr lang="en-US" altLang="zh-CN" sz="1600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2039888" y="1186631"/>
                <a:ext cx="935975" cy="424800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经营分析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3073162" y="1184354"/>
                <a:ext cx="935975" cy="424800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</a:t>
                </a:r>
                <a:r>
                  <a:rPr lang="zh-CN" altLang="en-US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报表</a:t>
                </a: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5342910" y="1186631"/>
                <a:ext cx="935975" cy="424800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smtClean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精准营销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7601583" y="1184354"/>
                <a:ext cx="1044349" cy="424800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4143120" y="1184354"/>
                <a:ext cx="1114474" cy="424800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smtClean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可视化大屏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73123" y="5161980"/>
              <a:ext cx="8100477" cy="518150"/>
              <a:chOff x="873123" y="6026041"/>
              <a:chExt cx="8100477" cy="518150"/>
            </a:xfrm>
          </p:grpSpPr>
          <p:sp>
            <p:nvSpPr>
              <p:cNvPr id="44" name="矩形 43"/>
              <p:cNvSpPr/>
              <p:nvPr/>
            </p:nvSpPr>
            <p:spPr>
              <a:xfrm>
                <a:off x="873123" y="6026041"/>
                <a:ext cx="8100477" cy="518150"/>
              </a:xfrm>
              <a:prstGeom prst="rect">
                <a:avLst/>
              </a:prstGeom>
              <a:pattFill prst="dkUpDiag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dirty="0">
                    <a:solidFill>
                      <a:schemeClr val="bg1">
                        <a:lumMod val="6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数据源</a:t>
                </a:r>
              </a:p>
            </p:txBody>
          </p:sp>
          <p:sp>
            <p:nvSpPr>
              <p:cNvPr id="45" name="矩形 44"/>
              <p:cNvSpPr/>
              <p:nvPr/>
            </p:nvSpPr>
            <p:spPr>
              <a:xfrm>
                <a:off x="2150623" y="6084457"/>
                <a:ext cx="910956" cy="424856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Oracle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3305621" y="6083254"/>
                <a:ext cx="1101456" cy="424856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MySQL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4651119" y="6079648"/>
                <a:ext cx="870432" cy="424856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HDFS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7994541" y="6078446"/>
                <a:ext cx="870432" cy="424856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……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6880067" y="6080850"/>
                <a:ext cx="870432" cy="424856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HBase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765593" y="6082052"/>
                <a:ext cx="870432" cy="424856"/>
              </a:xfrm>
              <a:prstGeom prst="rect">
                <a:avLst/>
              </a:prstGeom>
              <a:pattFill prst="ltVert">
                <a:fgClr>
                  <a:schemeClr val="accent1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Hive</a:t>
                </a:r>
                <a:endParaRPr lang="zh-CN" altLang="en-US" sz="14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61" name="矩形 60"/>
          <p:cNvSpPr/>
          <p:nvPr/>
        </p:nvSpPr>
        <p:spPr>
          <a:xfrm>
            <a:off x="9940065" y="2110213"/>
            <a:ext cx="1791242" cy="3247160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业务中台</a:t>
            </a:r>
          </a:p>
        </p:txBody>
      </p:sp>
      <p:cxnSp>
        <p:nvCxnSpPr>
          <p:cNvPr id="62" name="直接箭头连接符 61"/>
          <p:cNvCxnSpPr>
            <a:stCxn id="61" idx="2"/>
            <a:endCxn id="44" idx="3"/>
          </p:cNvCxnSpPr>
          <p:nvPr/>
        </p:nvCxnSpPr>
        <p:spPr>
          <a:xfrm rot="5400000">
            <a:off x="9478740" y="4434223"/>
            <a:ext cx="433796" cy="2280097"/>
          </a:xfrm>
          <a:prstGeom prst="bentConnector2">
            <a:avLst/>
          </a:prstGeom>
          <a:ln w="38100">
            <a:prstDash val="sysDash"/>
            <a:headEnd type="none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1"/>
          <p:cNvCxnSpPr>
            <a:stCxn id="61" idx="0"/>
            <a:endCxn id="40" idx="3"/>
          </p:cNvCxnSpPr>
          <p:nvPr/>
        </p:nvCxnSpPr>
        <p:spPr>
          <a:xfrm rot="16200000" flipV="1">
            <a:off x="9433909" y="708435"/>
            <a:ext cx="523458" cy="2280097"/>
          </a:xfrm>
          <a:prstGeom prst="bentConnector2">
            <a:avLst/>
          </a:prstGeom>
          <a:ln w="38100">
            <a:prstDash val="sysDash"/>
            <a:headEnd type="triangle" w="lg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174"/>
          <p:cNvSpPr txBox="1"/>
          <p:nvPr/>
        </p:nvSpPr>
        <p:spPr>
          <a:xfrm>
            <a:off x="1389616" y="0"/>
            <a:ext cx="620135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r>
              <a:rPr lang="zh-CN" altLang="en-US" sz="2800" spc="3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数栈产品详细图</a:t>
            </a:r>
            <a:endParaRPr lang="zh-CN" altLang="en-US" sz="2800" spc="350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463863" y="2761865"/>
            <a:ext cx="2533313" cy="17693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数据开发套件</a:t>
            </a:r>
          </a:p>
        </p:txBody>
      </p:sp>
      <p:sp>
        <p:nvSpPr>
          <p:cNvPr id="60" name="矩形 59"/>
          <p:cNvSpPr/>
          <p:nvPr/>
        </p:nvSpPr>
        <p:spPr>
          <a:xfrm>
            <a:off x="571431" y="3249912"/>
            <a:ext cx="1054442" cy="3669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数据同步</a:t>
            </a:r>
          </a:p>
        </p:txBody>
      </p:sp>
      <p:sp>
        <p:nvSpPr>
          <p:cNvPr id="63" name="矩形 62"/>
          <p:cNvSpPr/>
          <p:nvPr/>
        </p:nvSpPr>
        <p:spPr>
          <a:xfrm>
            <a:off x="571431" y="3885174"/>
            <a:ext cx="1054442" cy="3669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任务运维</a:t>
            </a:r>
          </a:p>
        </p:txBody>
      </p:sp>
      <p:sp>
        <p:nvSpPr>
          <p:cNvPr id="65" name="矩形 64"/>
          <p:cNvSpPr/>
          <p:nvPr/>
        </p:nvSpPr>
        <p:spPr>
          <a:xfrm>
            <a:off x="5170635" y="4072531"/>
            <a:ext cx="1130201" cy="3669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数据模型</a:t>
            </a:r>
          </a:p>
        </p:txBody>
      </p:sp>
      <p:sp>
        <p:nvSpPr>
          <p:cNvPr id="66" name="矩形 65"/>
          <p:cNvSpPr/>
          <p:nvPr/>
        </p:nvSpPr>
        <p:spPr>
          <a:xfrm>
            <a:off x="1750701" y="3249912"/>
            <a:ext cx="1054442" cy="3669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数据开发</a:t>
            </a:r>
          </a:p>
        </p:txBody>
      </p:sp>
      <p:sp>
        <p:nvSpPr>
          <p:cNvPr id="67" name="矩形 66"/>
          <p:cNvSpPr/>
          <p:nvPr/>
        </p:nvSpPr>
        <p:spPr>
          <a:xfrm>
            <a:off x="5170635" y="3634101"/>
            <a:ext cx="1130201" cy="3669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数据地图</a:t>
            </a:r>
          </a:p>
        </p:txBody>
      </p:sp>
      <p:sp>
        <p:nvSpPr>
          <p:cNvPr id="68" name="矩形 67"/>
          <p:cNvSpPr/>
          <p:nvPr/>
        </p:nvSpPr>
        <p:spPr>
          <a:xfrm>
            <a:off x="1750699" y="3888772"/>
            <a:ext cx="1054442" cy="36697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</a:p>
        </p:txBody>
      </p:sp>
      <p:sp>
        <p:nvSpPr>
          <p:cNvPr id="69" name="矩形 68"/>
          <p:cNvSpPr/>
          <p:nvPr/>
        </p:nvSpPr>
        <p:spPr>
          <a:xfrm>
            <a:off x="6000335" y="1382290"/>
            <a:ext cx="1075436" cy="424800"/>
          </a:xfrm>
          <a:prstGeom prst="rect">
            <a:avLst/>
          </a:prstGeom>
          <a:pattFill prst="ltVert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个性化推荐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515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solidFill>
            <a:schemeClr val="bg2">
              <a:lumMod val="50000"/>
            </a:schemeClr>
          </a:solidFill>
          <a:prstDash val="solid"/>
        </a:ln>
      </a:spPr>
      <a:bodyPr rtlCol="0" anchor="t"/>
      <a:lstStyle>
        <a:defPPr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31791</TotalTime>
  <Words>143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微软雅黑</vt:lpstr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Zhang Lee</cp:lastModifiedBy>
  <cp:revision>1472</cp:revision>
  <dcterms:created xsi:type="dcterms:W3CDTF">2015-12-07T16:40:02Z</dcterms:created>
  <dcterms:modified xsi:type="dcterms:W3CDTF">2018-06-30T04:39:53Z</dcterms:modified>
</cp:coreProperties>
</file>